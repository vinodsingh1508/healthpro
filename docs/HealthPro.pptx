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7F3EC"/>
                </a:solidFill>
                <a:latin typeface="Calibri"/>
              </a:rPr>
              <a:t>PERSONAL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Calibri"/>
              </a:rPr>
              <a:t>HealthPro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7F3EC"/>
                </a:solidFill>
                <a:latin typeface="Calibri"/>
              </a:rPr>
              <a:t>A personal food log that prices meals from food tables,
then compares the day with the person who ate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React  ·  FastAPI  ·  Local JSON  ·  Version 0.1.0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54"/>
                </a:solidFill>
                <a:latin typeface="Calibri"/>
              </a:rPr>
              <a:t>WHY IT EXISTS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3D2E"/>
                </a:solidFill>
                <a:latin typeface="Calibri"/>
              </a:rPr>
              <a:t>A calorie app is not enough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14211C"/>
                </a:solidFill>
                <a:latin typeface="Calibri"/>
              </a:rPr>
              <a:t>Indian home foods are often missing, or returned under a different name.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14211C"/>
                </a:solidFill>
                <a:latin typeface="Calibri"/>
              </a:rPr>
              <a:t>A single food lookup does not say whether the day was short of iron, sodium, or calories for this person.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14211C"/>
                </a:solidFill>
                <a:latin typeface="Calibri"/>
              </a:rPr>
              <a:t>Hypertension, diabetes, pregnancy, anemia, kidney disease, and thyroid disease change the target.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14211C"/>
                </a:solidFill>
                <a:latin typeface="Calibri"/>
              </a:rPr>
              <a:t>A chatbot can describe a meal. It should not be the source of the calorie number.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14211C"/>
                </a:solidFill>
                <a:latin typeface="Calibri"/>
              </a:rPr>
              <a:t>Recipes and diet plans are useful only when they use the same limits as the log.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HealthPro  ·  Personal nutrition tracker  ·  Educational, not medical advice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2  / 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54"/>
                </a:solidFill>
                <a:latin typeface="Calibri"/>
              </a:rPr>
              <a:t>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3D2E"/>
                </a:solidFill>
                <a:latin typeface="Calibri"/>
              </a:rPr>
              <a:t>One local application, six pages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611880" cy="2057400"/>
          </a:xfrm>
          <a:prstGeom prst="rect">
            <a:avLst/>
          </a:prstGeom>
          <a:solidFill>
            <a:srgbClr val="E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6F54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3D2E"/>
                </a:solidFill>
                <a:latin typeface="Calibri"/>
              </a:rPr>
              <a:t>Food lookup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4211C"/>
                </a:solidFill>
                <a:latin typeface="Calibri"/>
              </a:rPr>
              <a:t>Name and quantity to energy and micronutrients.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463040"/>
            <a:ext cx="3611880" cy="2057400"/>
          </a:xfrm>
          <a:prstGeom prst="rect">
            <a:avLst/>
          </a:prstGeom>
          <a:solidFill>
            <a:srgbClr val="E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600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6F54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0116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3D2E"/>
                </a:solidFill>
                <a:latin typeface="Calibri"/>
              </a:rPr>
              <a:t>People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51460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4211C"/>
                </a:solidFill>
                <a:latin typeface="Calibri"/>
              </a:rPr>
              <a:t>Body, conditions, cuisine, and a saved diet plan.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463040"/>
            <a:ext cx="3611880" cy="2057400"/>
          </a:xfrm>
          <a:prstGeom prst="rect">
            <a:avLst/>
          </a:prstGeom>
          <a:solidFill>
            <a:srgbClr val="E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600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6F54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0116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3D2E"/>
                </a:solidFill>
                <a:latin typeface="Calibri"/>
              </a:rPr>
              <a:t>Daily 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51460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4211C"/>
                </a:solidFill>
                <a:latin typeface="Calibri"/>
              </a:rPr>
              <a:t>Foods, exercise, and the day’s balance.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49039"/>
            <a:ext cx="3611880" cy="2057400"/>
          </a:xfrm>
          <a:prstGeom prst="rect">
            <a:avLst/>
          </a:prstGeom>
          <a:solidFill>
            <a:srgbClr val="E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88619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6F54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29767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3D2E"/>
                </a:solidFill>
                <a:latin typeface="Calibri"/>
              </a:rPr>
              <a:t>Trends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800599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4211C"/>
                </a:solidFill>
                <a:latin typeface="Calibri"/>
              </a:rPr>
              <a:t>Saved days, gaps, and a rough weight note.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3749039"/>
            <a:ext cx="3611880" cy="2057400"/>
          </a:xfrm>
          <a:prstGeom prst="rect">
            <a:avLst/>
          </a:prstGeom>
          <a:solidFill>
            <a:srgbClr val="E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388619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6F54"/>
                </a:solidFill>
                <a:latin typeface="Calibr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29767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3D2E"/>
                </a:solidFill>
                <a:latin typeface="Calibri"/>
              </a:rPr>
              <a:t>Recipe generator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800599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4211C"/>
                </a:solidFill>
                <a:latin typeface="Calibri"/>
              </a:rPr>
              <a:t>A recipe priced from its ingredients.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3749039"/>
            <a:ext cx="3611880" cy="2057400"/>
          </a:xfrm>
          <a:prstGeom prst="rect">
            <a:avLst/>
          </a:prstGeom>
          <a:solidFill>
            <a:srgbClr val="E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388619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6F54"/>
                </a:solidFill>
                <a:latin typeface="Calibri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29767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3D2E"/>
                </a:solidFill>
                <a:latin typeface="Calibri"/>
              </a:rPr>
              <a:t>Saved recipes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800599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4211C"/>
                </a:solidFill>
                <a:latin typeface="Calibri"/>
              </a:rPr>
              <a:t>Your own method, repriced on every save.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HealthPro  ·  Personal nutrition tracker  ·  Educational, not medical advice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3  / 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54"/>
                </a:solidFill>
                <a:latin typeface="Calibri"/>
              </a:rPr>
              <a:t>THE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3D2E"/>
                </a:solidFill>
                <a:latin typeface="Calibri"/>
              </a:rPr>
              <a:t>Numbers from tables. Language from the model.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11155680" cy="804672"/>
          </a:xfrm>
          <a:prstGeom prst="rect">
            <a:avLst/>
          </a:prstGeom>
          <a:solidFill>
            <a:srgbClr val="E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1848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3D2E"/>
                </a:solidFill>
                <a:latin typeface="Calibri"/>
              </a:rPr>
              <a:t>Starter catalog and optional IFCT import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61848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4211C"/>
                </a:solidFill>
                <a:latin typeface="Calibri"/>
              </a:rPr>
              <a:t>Measured-style values you can point at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331720"/>
            <a:ext cx="111556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3288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3D2E"/>
                </a:solidFill>
                <a:latin typeface="Calibri"/>
              </a:rPr>
              <a:t>USDA FoodData Central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253288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4211C"/>
                </a:solidFill>
                <a:latin typeface="Calibri"/>
              </a:rPr>
              <a:t>Used when the local catalog has no exact food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246120"/>
            <a:ext cx="11155680" cy="804672"/>
          </a:xfrm>
          <a:prstGeom prst="rect">
            <a:avLst/>
          </a:prstGeom>
          <a:solidFill>
            <a:srgbClr val="E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44728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3D2E"/>
                </a:solidFill>
                <a:latin typeface="Calibri"/>
              </a:rPr>
              <a:t>Gemini estimate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344728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4211C"/>
                </a:solidFill>
                <a:latin typeface="Calibri"/>
              </a:rPr>
              <a:t>Only if you ask, then cached and labelled ai_estimate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160520"/>
            <a:ext cx="111556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36168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3D2E"/>
                </a:solidFill>
                <a:latin typeface="Calibri"/>
              </a:rPr>
              <a:t>BMR, TDEE, targets, diet chart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436168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4211C"/>
                </a:solidFill>
                <a:latin typeface="Calibri"/>
              </a:rPr>
              <a:t>Calculated in the backend. No model call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074920"/>
            <a:ext cx="11155680" cy="804672"/>
          </a:xfrm>
          <a:prstGeom prst="rect">
            <a:avLst/>
          </a:prstGeom>
          <a:solidFill>
            <a:srgbClr val="E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27608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3D2E"/>
                </a:solidFill>
                <a:latin typeface="Calibri"/>
              </a:rPr>
              <a:t>Recipe wording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527608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4211C"/>
                </a:solidFill>
                <a:latin typeface="Calibri"/>
              </a:rPr>
              <a:t>Gemini writes steps. Ingredient weights are priced locally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HealthPro  ·  Personal nutrition tracker  ·  Educational, not medical advice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4  / 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54"/>
                </a:solidFill>
                <a:latin typeface="Calibri"/>
              </a:rPr>
              <a:t>PERSONAL TARGETS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3D2E"/>
                </a:solidFill>
                <a:latin typeface="Calibri"/>
              </a:rPr>
              <a:t>The same person drives the log and the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657600" cy="4480560"/>
          </a:xfrm>
          <a:prstGeom prst="rect">
            <a:avLst/>
          </a:prstGeom>
          <a:solidFill>
            <a:srgbClr val="E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3337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3D2E"/>
                </a:solidFill>
                <a:latin typeface="Calibri"/>
              </a:rPr>
              <a:t>Profile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01952"/>
            <a:ext cx="3337560" cy="39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211C"/>
                </a:solidFill>
                <a:latin typeface="Calibri"/>
              </a:rPr>
              <a:t>Age, sex, height, weight, and activity produce BMR and TDEE.
Nationality and ethnicity select a customary cuisine. They are not treated as a biological requirement.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463040"/>
            <a:ext cx="3657600" cy="4480560"/>
          </a:xfrm>
          <a:prstGeom prst="rect">
            <a:avLst/>
          </a:prstGeom>
          <a:solidFill>
            <a:srgbClr val="F7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572768"/>
            <a:ext cx="3337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3D2E"/>
                </a:solidFill>
                <a:latin typeface="Calibri"/>
              </a:rPr>
              <a:t>Conditions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901952"/>
            <a:ext cx="3337560" cy="39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211C"/>
                </a:solidFill>
                <a:latin typeface="Calibri"/>
              </a:rPr>
              <a:t>Hypertension tightens sodium.
Diabetes tightens carbohydrate and raises fiber.
Kidney, pregnancy, anemia, and thyroid each change a small set of targets.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463040"/>
            <a:ext cx="3566160" cy="4480560"/>
          </a:xfrm>
          <a:prstGeom prst="rect">
            <a:avLst/>
          </a:prstGeom>
          <a:solidFill>
            <a:srgbClr val="E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572768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3D2E"/>
                </a:solidFill>
                <a:latin typeface="Calibri"/>
              </a:rPr>
              <a:t>What you see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901952"/>
            <a:ext cx="3246120" cy="39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211C"/>
                </a:solidFill>
                <a:latin typeface="Calibri"/>
              </a:rPr>
              <a:t>Intake versus estimated need.
Each nutrient against the personal target.
A note when the log is probably incomplete, especially for salt.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HealthPro  ·  Personal nutrition tracker  ·  Educational, not medical advice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5  / 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54"/>
                </a:solidFill>
                <a:latin typeface="Calibri"/>
              </a:rPr>
              <a:t>DIET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3D2E"/>
                </a:solidFill>
                <a:latin typeface="Calibri"/>
              </a:rPr>
              <a:t>Instructions, plus a day you can cook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B6B63"/>
                </a:solidFill>
                <a:latin typeface="Calibri"/>
              </a:rPr>
              <a:t>Both parts are saved on the person. Click Diet plan again after nationality, conditions, or body size change.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920240"/>
            <a:ext cx="1847088" cy="3200400"/>
          </a:xfrm>
          <a:prstGeom prst="rect">
            <a:avLst/>
          </a:prstGeom>
          <a:solidFill>
            <a:srgbClr val="E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2057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6F54"/>
                </a:solidFill>
                <a:latin typeface="Calibri"/>
              </a:rPr>
              <a:t>06:30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246888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3D2E"/>
                </a:solidFill>
                <a:latin typeface="Calibri"/>
              </a:rPr>
              <a:t>On waking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320040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211C"/>
                </a:solidFill>
                <a:latin typeface="Calibri"/>
              </a:rPr>
              <a:t>Water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1920240"/>
            <a:ext cx="1847088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41448" y="2057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6F54"/>
                </a:solidFill>
                <a:latin typeface="Calibri"/>
              </a:rPr>
              <a:t>08:00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1448" y="246888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3D2E"/>
                </a:solidFill>
                <a:latin typeface="Calibri"/>
              </a:rPr>
              <a:t>Breakfast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1448" y="320040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211C"/>
                </a:solidFill>
                <a:latin typeface="Calibri"/>
              </a:rPr>
              <a:t>2 idli and sambar
or dosa, or upma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920240"/>
            <a:ext cx="1847088" cy="3200400"/>
          </a:xfrm>
          <a:prstGeom prst="rect">
            <a:avLst/>
          </a:prstGeom>
          <a:solidFill>
            <a:srgbClr val="E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7408" y="2057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6F54"/>
                </a:solidFill>
                <a:latin typeface="Calibri"/>
              </a:rPr>
              <a:t>11:00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246888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3D2E"/>
                </a:solidFill>
                <a:latin typeface="Calibri"/>
              </a:rPr>
              <a:t>Mid-morning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8" y="320040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211C"/>
                </a:solidFill>
                <a:latin typeface="Calibri"/>
              </a:rPr>
              <a:t>Fruit, buttermilk,
or a few nuts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1920240"/>
            <a:ext cx="1847088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2057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6F54"/>
                </a:solidFill>
                <a:latin typeface="Calibri"/>
              </a:rPr>
              <a:t>13:30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246888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3D2E"/>
                </a:solidFill>
                <a:latin typeface="Calibri"/>
              </a:rPr>
              <a:t>Lunch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320040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211C"/>
                </a:solidFill>
                <a:latin typeface="Calibri"/>
              </a:rPr>
              <a:t>Rice, sambar,
vegetable, curd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920240"/>
            <a:ext cx="1847088" cy="3200400"/>
          </a:xfrm>
          <a:prstGeom prst="rect">
            <a:avLst/>
          </a:prstGeom>
          <a:solidFill>
            <a:srgbClr val="E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9328" y="2057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6F54"/>
                </a:solidFill>
                <a:latin typeface="Calibri"/>
              </a:rPr>
              <a:t>16:30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8" y="246888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3D2E"/>
                </a:solidFill>
                <a:latin typeface="Calibri"/>
              </a:rPr>
              <a:t>Evening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320040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211C"/>
                </a:solidFill>
                <a:latin typeface="Calibri"/>
              </a:rPr>
              <a:t>Unsweetened tea
and roasted chana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95560" y="1920240"/>
            <a:ext cx="1847088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05288" y="2057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6F54"/>
                </a:solidFill>
                <a:latin typeface="Calibri"/>
              </a:rPr>
              <a:t>19:30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05288" y="246888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3D2E"/>
                </a:solidFill>
                <a:latin typeface="Calibri"/>
              </a:rPr>
              <a:t>Dinner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05288" y="320040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211C"/>
                </a:solidFill>
                <a:latin typeface="Calibri"/>
              </a:rPr>
              <a:t>Less rice or millet,
dal, vegetables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303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B6B63"/>
                </a:solidFill>
                <a:latin typeface="Calibri"/>
              </a:rPr>
              <a:t>Example for a South Indian pattern. Each main meal offers two or three choices. Times can shift with the person’s day.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HealthPro  ·  Personal nutrition tracker  ·  Educational, not medical advice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6  / 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54"/>
                </a:solidFill>
                <a:latin typeface="Calibri"/>
              </a:rPr>
              <a:t>RECIPES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3D2E"/>
                </a:solidFill>
                <a:latin typeface="Calibri"/>
              </a:rPr>
              <a:t>Two kinds of advice, stored differently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486400" cy="4389120"/>
          </a:xfrm>
          <a:prstGeom prst="rect">
            <a:avLst/>
          </a:prstGeom>
          <a:solidFill>
            <a:srgbClr val="E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5166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3D2E"/>
                </a:solidFill>
                <a:latin typeface="Calibri"/>
              </a:rPr>
              <a:t>Shown for the selected person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01952"/>
            <a:ext cx="5166360" cy="3858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211C"/>
                </a:solidFill>
                <a:latin typeface="Calibri"/>
              </a:rPr>
              <a:t>Good, limit, or skip.
Says how much of this dish fits their day.
Stays on the generator page.
It is not written into the saved recipe, because the next person is different.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63040"/>
            <a:ext cx="5486400" cy="4389120"/>
          </a:xfrm>
          <a:prstGeom prst="rect">
            <a:avLst/>
          </a:prstGeom>
          <a:solidFill>
            <a:srgbClr val="F7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72768"/>
            <a:ext cx="5166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3D2E"/>
                </a:solidFill>
                <a:latin typeface="Calibri"/>
              </a:rPr>
              <a:t>Saved with the recipe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01952"/>
            <a:ext cx="5166360" cy="3858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211C"/>
                </a:solidFill>
                <a:latin typeface="Calibri"/>
              </a:rPr>
              <a:t>People with hypertension, diabetes, kidney disease, pregnancy, anemia, or thyroid disease.
Avoid, or a stated amount.
Recomputed every time the recipe is saved.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HealthPro  ·  Personal nutrition tracker  ·  Educational, not medical advice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7  / 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54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3D2E"/>
                </a:solidFill>
                <a:latin typeface="Calibri"/>
              </a:rPr>
              <a:t>Browser, API, files, two optional services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2468880" cy="1463040"/>
          </a:xfrm>
          <a:prstGeom prst="rect">
            <a:avLst/>
          </a:prstGeom>
          <a:solidFill>
            <a:srgbClr val="E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28600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F3D2E"/>
                </a:solidFill>
                <a:latin typeface="Calibri"/>
              </a:rPr>
              <a:t>React
port 5173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2011680"/>
            <a:ext cx="2468880" cy="1463040"/>
          </a:xfrm>
          <a:prstGeom prst="rect">
            <a:avLst/>
          </a:prstGeom>
          <a:solidFill>
            <a:srgbClr val="E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228600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F3D2E"/>
                </a:solidFill>
                <a:latin typeface="Calibri"/>
              </a:rPr>
              <a:t>FastAPI
port 8000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2011680"/>
            <a:ext cx="2468880" cy="1463040"/>
          </a:xfrm>
          <a:prstGeom prst="rect">
            <a:avLst/>
          </a:prstGeom>
          <a:solidFill>
            <a:srgbClr val="F7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28600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F3D2E"/>
                </a:solidFill>
                <a:latin typeface="Calibri"/>
              </a:rPr>
              <a:t>JSON files
backend/data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35440" y="2011680"/>
            <a:ext cx="246888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72600" y="228600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F3D2E"/>
                </a:solidFill>
                <a:latin typeface="Calibri"/>
              </a:rPr>
              <a:t>USDA
Gemini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3774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6F54"/>
                </a:solidFill>
                <a:latin typeface="Calibr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3774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6F54"/>
                </a:solidFill>
                <a:latin typeface="Calibri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23774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6F54"/>
                </a:solidFill>
                <a:latin typeface="Calibri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93192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11C"/>
                </a:solidFill>
                <a:latin typeface="Calibri"/>
              </a:rPr>
              <a:t>The browser never sees API keys. CORS allows only the local Vite origins.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11C"/>
                </a:solidFill>
                <a:latin typeface="Calibri"/>
              </a:rPr>
              <a:t>People, day logs, recipes, USDA responses, and AI estimates are written through to disk.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11C"/>
                </a:solidFill>
                <a:latin typeface="Calibri"/>
              </a:rPr>
              <a:t>USDA and Gemini are optional. Lookup, logs, trends, manual recipes, and diet plans work without them.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HealthPro  ·  Personal nutrition tracker  ·  Educational, not medical advice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8  / 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54"/>
                </a:solidFill>
                <a:latin typeface="Calibri"/>
              </a:rPr>
              <a:t>YOUR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3D2E"/>
                </a:solidFill>
                <a:latin typeface="Calibri"/>
              </a:rPr>
              <a:t>Backup is a folder copy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63040"/>
            <a:ext cx="5577840" cy="1280160"/>
          </a:xfrm>
          <a:prstGeom prst="rect">
            <a:avLst/>
          </a:prstGeom>
          <a:solidFill>
            <a:srgbClr val="E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3D2E"/>
                </a:solidFill>
                <a:latin typeface="Calibri"/>
              </a:rPr>
              <a:t>people.json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4211C"/>
                </a:solidFill>
                <a:latin typeface="Calibri"/>
              </a:rPr>
              <a:t>Profiles and diet plans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463040"/>
            <a:ext cx="5577840" cy="1280160"/>
          </a:xfrm>
          <a:prstGeom prst="rect">
            <a:avLst/>
          </a:prstGeom>
          <a:solidFill>
            <a:srgbClr val="E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6916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3D2E"/>
                </a:solidFill>
                <a:latin typeface="Calibri"/>
              </a:rPr>
              <a:t>logs/&lt;person&gt;/&lt;date&gt;.json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488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4211C"/>
                </a:solidFill>
                <a:latin typeface="Calibri"/>
              </a:rPr>
              <a:t>One saved 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926080"/>
            <a:ext cx="5577840" cy="1280160"/>
          </a:xfrm>
          <a:prstGeom prst="rect">
            <a:avLst/>
          </a:prstGeom>
          <a:solidFill>
            <a:srgbClr val="E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1546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3D2E"/>
                </a:solidFill>
                <a:latin typeface="Calibri"/>
              </a:rPr>
              <a:t>saved_recipes.json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118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4211C"/>
                </a:solidFill>
                <a:latin typeface="Calibri"/>
              </a:rPr>
              <a:t>Recipes and condition notes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2926080"/>
            <a:ext cx="5577840" cy="1280160"/>
          </a:xfrm>
          <a:prstGeom prst="rect">
            <a:avLst/>
          </a:prstGeom>
          <a:solidFill>
            <a:srgbClr val="E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31546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3D2E"/>
                </a:solidFill>
                <a:latin typeface="Calibri"/>
              </a:rPr>
              <a:t>usda_cache.json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6118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4211C"/>
                </a:solidFill>
                <a:latin typeface="Calibri"/>
              </a:rPr>
              <a:t>USDA responses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389120"/>
            <a:ext cx="5577840" cy="1280160"/>
          </a:xfrm>
          <a:prstGeom prst="rect">
            <a:avLst/>
          </a:prstGeom>
          <a:solidFill>
            <a:srgbClr val="E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3D2E"/>
                </a:solidFill>
                <a:latin typeface="Calibri"/>
              </a:rPr>
              <a:t>ai_food_cache.json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0749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4211C"/>
                </a:solidFill>
                <a:latin typeface="Calibri"/>
              </a:rPr>
              <a:t>Labelled estimates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4389120"/>
            <a:ext cx="5577840" cy="1280160"/>
          </a:xfrm>
          <a:prstGeom prst="rect">
            <a:avLst/>
          </a:prstGeom>
          <a:solidFill>
            <a:srgbClr val="E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46177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3D2E"/>
                </a:solidFill>
                <a:latin typeface="Calibri"/>
              </a:rPr>
              <a:t>ifct_import.json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50749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4211C"/>
                </a:solidFill>
                <a:latin typeface="Calibri"/>
              </a:rPr>
              <a:t>Optional official rows you add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HealthPro  ·  Personal nutrition tracker  ·  Educational, not medical advice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9  / 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54"/>
                </a:solidFill>
                <a:latin typeface="Calibri"/>
              </a:rPr>
              <a:t>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3D2E"/>
                </a:solidFill>
                <a:latin typeface="Calibri"/>
              </a:rPr>
              <a:t>Two commands, then the browser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54480"/>
            <a:ext cx="11155680" cy="201168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scripts\start.cmd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231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7F3EC"/>
                </a:solidFill>
                <a:latin typeface="Calibri"/>
              </a:rPr>
              <a:t>Starts the API and the UI in the background, waits until both answer,
and prints  http://127.0.0.1:5173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840480"/>
            <a:ext cx="5486400" cy="2103120"/>
          </a:xfrm>
          <a:prstGeom prst="rect">
            <a:avLst/>
          </a:prstGeom>
          <a:solidFill>
            <a:srgbClr val="E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950208"/>
            <a:ext cx="5166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3D2E"/>
                </a:solidFill>
                <a:latin typeface="Calibri"/>
              </a:rPr>
              <a:t>Stop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279392"/>
            <a:ext cx="516636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211C"/>
                </a:solidFill>
                <a:latin typeface="Calibri"/>
              </a:rPr>
              <a:t>scripts\stop.cmd releases ports 8000 and 5173.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3840480"/>
            <a:ext cx="5486400" cy="2103120"/>
          </a:xfrm>
          <a:prstGeom prst="rect">
            <a:avLst/>
          </a:prstGeom>
          <a:solidFill>
            <a:srgbClr val="F7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3950208"/>
            <a:ext cx="5166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3D2E"/>
                </a:solidFill>
                <a:latin typeface="Calibri"/>
              </a:rPr>
              <a:t>Keys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4279392"/>
            <a:ext cx="516636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211C"/>
                </a:solidFill>
                <a:latin typeface="Calibri"/>
              </a:rPr>
              <a:t>GEMINI_API_KEY and USDA_API_KEY live in .env. The health check reports only whether they are set.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HealthPro  ·  Personal nutrition tracker  ·  Educational, not medical advice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10  / 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54"/>
                </a:solidFill>
                <a:latin typeface="Calibri"/>
              </a:rPr>
              <a:t>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3D2E"/>
                </a:solidFill>
                <a:latin typeface="Calibri"/>
              </a:rPr>
              <a:t>What a careful reading should assume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14211C"/>
                </a:solidFill>
                <a:latin typeface="Calibri"/>
              </a:rPr>
              <a:t>The starter catalog is representative. It is not a copy of the ICMR–NIN tables. Those can be imported.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14211C"/>
                </a:solidFill>
                <a:latin typeface="Calibri"/>
              </a:rPr>
              <a:t>Cups, katoris, and pieces are fixed gram guesses. Cooking loss is not modelled.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14211C"/>
                </a:solidFill>
                <a:latin typeface="Calibri"/>
              </a:rPr>
              <a:t>The diet chart is a customary pattern with personal caps. It is not a prescription.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14211C"/>
                </a:solidFill>
                <a:latin typeface="Calibri"/>
              </a:rPr>
              <a:t>Gemini’s free tier is small. When it is spent, generation stops and the rest of the app continues.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14211C"/>
                </a:solidFill>
                <a:latin typeface="Calibri"/>
              </a:rPr>
              <a:t>The server is local and has no login. The machine user is the trust boundary.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HealthPro  ·  Personal nutrition tracker  ·  Educational, not medical advice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11  / 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HealthPro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7F3EC"/>
                </a:solidFill>
                <a:latin typeface="Calibri"/>
              </a:rPr>
              <a:t>Track the day. Price the food. Keep the person in the calculation.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Documents in  docs\
Proposal, synopsis, SRS, HLD, LLD, final report, user manual, test plan.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7F3EC"/>
                </a:solidFill>
                <a:latin typeface="Calibri"/>
              </a:rPr>
              <a:t>Educational personal tracker. Not medical advice.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HealthPro</dc:title>
  <dc:subject>Personal nutrition tracker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Project presentation</cp:category>
</cp:coreProperties>
</file>